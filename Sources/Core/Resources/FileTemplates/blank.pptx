
<file path=[Content_Types].xml><?xml version="1.0" encoding="utf-8"?>
<ns0:Types xmlns:ns0="http://schemas.openxmlformats.org/package/2006/content-types"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ns0:Relationship Id="rId3" Type="http://schemas.openxmlformats.org/package/2006/relationships/metadata/core-properties" Target="docProps/core.xml" /><ns0:Relationship Id="rId4" Type="http://schemas.openxmlformats.org/officeDocument/2006/relationships/extended-properties" Target="docProps/app.xml" /></ns0: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/ns0:Relationships>
</file>

<file path=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5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6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7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8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9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0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slideLayout" Target="../slideLayouts/slideLayout2.xml" /><ns0:Relationship Id="rId3" Type="http://schemas.openxmlformats.org/officeDocument/2006/relationships/slideLayout" Target="../slideLayouts/slideLayout3.xml" /><ns0:Relationship Id="rId4" Type="http://schemas.openxmlformats.org/officeDocument/2006/relationships/slideLayout" Target="../slideLayouts/slideLayout4.xml" /><ns0:Relationship Id="rId5" Type="http://schemas.openxmlformats.org/officeDocument/2006/relationships/slideLayout" Target="../slideLayouts/slideLayout5.xml" /><ns0:Relationship Id="rId6" Type="http://schemas.openxmlformats.org/officeDocument/2006/relationships/slideLayout" Target="../slideLayouts/slideLayout6.xml" /><ns0:Relationship Id="rId7" Type="http://schemas.openxmlformats.org/officeDocument/2006/relationships/slideLayout" Target="../slideLayouts/slideLayout7.xml" /><ns0:Relationship Id="rId8" Type="http://schemas.openxmlformats.org/officeDocument/2006/relationships/slideLayout" Target="../slideLayouts/slideLayout8.xml" /><ns0:Relationship Id="rId9" Type="http://schemas.openxmlformats.org/officeDocument/2006/relationships/slideLayout" Target="../slideLayouts/slideLayout9.xml" /><ns0:Relationship Id="rId10" Type="http://schemas.openxmlformats.org/officeDocument/2006/relationships/slideLayout" Target="../slideLayouts/slideLayout10.xml" /><ns0:Relationship Id="rId11" Type="http://schemas.openxmlformats.org/officeDocument/2006/relationships/slideLayout" Target="../slideLayouts/slideLayout11.xml" /><ns0:Relationship Id="rId12" Type="http://schemas.openxmlformats.org/officeDocument/2006/relationships/theme" Target="../theme/theme1.xml" /></ns0: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/ns0: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RightNook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2000-01-01T00:00:00Z</dcterms:created>
  <dcterms:modified xsi:type="dcterms:W3CDTF">2000-01-01T00:00:00Z</dcterms:modified>
  <cp:category/>
</cp:coreProperties>
</file>